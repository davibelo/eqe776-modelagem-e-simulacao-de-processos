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73" r:id="rId7"/>
    <p:sldId id="274" r:id="rId8"/>
    <p:sldId id="260" r:id="rId9"/>
    <p:sldId id="275" r:id="rId10"/>
    <p:sldId id="276" r:id="rId11"/>
    <p:sldId id="261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8" r:id="rId22"/>
    <p:sldId id="286" r:id="rId23"/>
    <p:sldId id="289" r:id="rId24"/>
    <p:sldId id="290" r:id="rId25"/>
    <p:sldId id="291" r:id="rId26"/>
    <p:sldId id="292" r:id="rId27"/>
    <p:sldId id="293" r:id="rId28"/>
    <p:sldId id="295" r:id="rId29"/>
    <p:sldId id="296" r:id="rId30"/>
    <p:sldId id="271" r:id="rId31"/>
    <p:sldId id="272" r:id="rId32"/>
  </p:sldIdLst>
  <p:sldSz cx="10080625" cy="5670550"/>
  <p:notesSz cx="7772400" cy="10058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9CD46-3840-4D4B-929B-61C749660799}" v="25" dt="2025-09-19T13:00:15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56" autoAdjust="0"/>
  </p:normalViewPr>
  <p:slideViewPr>
    <p:cSldViewPr snapToGrid="0">
      <p:cViewPr varScale="1">
        <p:scale>
          <a:sx n="87" d="100"/>
          <a:sy n="87" d="100"/>
        </p:scale>
        <p:origin x="8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Davi Belo Rodrigues" userId="a785edb6-bfc4-4c84-981b-3fb1315cfd16" providerId="ADAL" clId="{66E9CD46-3840-4D4B-929B-61C749660799}"/>
    <pc:docChg chg="custSel mod addSld delSld modSld modMainMaster">
      <pc:chgData name="Francisco Davi Belo Rodrigues" userId="a785edb6-bfc4-4c84-981b-3fb1315cfd16" providerId="ADAL" clId="{66E9CD46-3840-4D4B-929B-61C749660799}" dt="2025-09-19T13:00:15.617" v="332"/>
      <pc:docMkLst>
        <pc:docMk/>
      </pc:docMkLst>
      <pc:sldChg chg="delSp modSp mod modTransition delAnim">
        <pc:chgData name="Francisco Davi Belo Rodrigues" userId="a785edb6-bfc4-4c84-981b-3fb1315cfd16" providerId="ADAL" clId="{66E9CD46-3840-4D4B-929B-61C749660799}" dt="2025-09-19T12:59:56.065" v="331"/>
        <pc:sldMkLst>
          <pc:docMk/>
          <pc:sldMk cId="0" sldId="256"/>
        </pc:sldMkLst>
        <pc:picChg chg="del">
          <ac:chgData name="Francisco Davi Belo Rodrigues" userId="a785edb6-bfc4-4c84-981b-3fb1315cfd16" providerId="ADAL" clId="{66E9CD46-3840-4D4B-929B-61C749660799}" dt="2025-09-19T11:45:31.203" v="2" actId="478"/>
          <ac:picMkLst>
            <pc:docMk/>
            <pc:sldMk cId="0" sldId="256"/>
            <ac:picMk id="2" creationId="{1A1346C9-CAA0-811A-86A2-9D68C898DBD8}"/>
          </ac:picMkLst>
        </pc:picChg>
        <pc:picChg chg="del">
          <ac:chgData name="Francisco Davi Belo Rodrigues" userId="a785edb6-bfc4-4c84-981b-3fb1315cfd16" providerId="ADAL" clId="{66E9CD46-3840-4D4B-929B-61C749660799}" dt="2025-09-19T11:48:00.342" v="3" actId="478"/>
          <ac:picMkLst>
            <pc:docMk/>
            <pc:sldMk cId="0" sldId="256"/>
            <ac:picMk id="5" creationId="{5C74AABE-02D1-E076-316E-ADE428A5167E}"/>
          </ac:picMkLst>
        </pc:picChg>
        <pc:picChg chg="del">
          <ac:chgData name="Francisco Davi Belo Rodrigues" userId="a785edb6-bfc4-4c84-981b-3fb1315cfd16" providerId="ADAL" clId="{66E9CD46-3840-4D4B-929B-61C749660799}" dt="2025-09-19T11:49:28.646" v="4" actId="478"/>
          <ac:picMkLst>
            <pc:docMk/>
            <pc:sldMk cId="0" sldId="256"/>
            <ac:picMk id="6" creationId="{362C402D-2623-EB72-5A81-89CC8A5772A0}"/>
          </ac:picMkLst>
        </pc:picChg>
        <pc:picChg chg="mod">
          <ac:chgData name="Francisco Davi Belo Rodrigues" userId="a785edb6-bfc4-4c84-981b-3fb1315cfd16" providerId="ADAL" clId="{66E9CD46-3840-4D4B-929B-61C749660799}" dt="2025-09-19T12:59:36.558" v="329" actId="1076"/>
          <ac:picMkLst>
            <pc:docMk/>
            <pc:sldMk cId="0" sldId="256"/>
            <ac:picMk id="7" creationId="{A74ACFB5-286A-833E-EF4D-36718F26A356}"/>
          </ac:picMkLst>
        </pc:picChg>
        <pc:picChg chg="mod">
          <ac:chgData name="Francisco Davi Belo Rodrigues" userId="a785edb6-bfc4-4c84-981b-3fb1315cfd16" providerId="ADAL" clId="{66E9CD46-3840-4D4B-929B-61C749660799}" dt="2025-09-19T12:59:34.371" v="328" actId="1076"/>
          <ac:picMkLst>
            <pc:docMk/>
            <pc:sldMk cId="0" sldId="256"/>
            <ac:picMk id="16" creationId="{00000000-0000-0000-0000-000000000000}"/>
          </ac:picMkLst>
        </pc:picChg>
      </pc:sldChg>
      <pc:sldChg chg="modSp mod modTransition">
        <pc:chgData name="Francisco Davi Belo Rodrigues" userId="a785edb6-bfc4-4c84-981b-3fb1315cfd16" providerId="ADAL" clId="{66E9CD46-3840-4D4B-929B-61C749660799}" dt="2025-09-19T13:00:15.617" v="332"/>
        <pc:sldMkLst>
          <pc:docMk/>
          <pc:sldMk cId="0" sldId="257"/>
        </pc:sldMkLst>
        <pc:picChg chg="mod">
          <ac:chgData name="Francisco Davi Belo Rodrigues" userId="a785edb6-bfc4-4c84-981b-3fb1315cfd16" providerId="ADAL" clId="{66E9CD46-3840-4D4B-929B-61C749660799}" dt="2025-09-19T11:55:31.273" v="7" actId="1076"/>
          <ac:picMkLst>
            <pc:docMk/>
            <pc:sldMk cId="0" sldId="257"/>
            <ac:picMk id="3" creationId="{CD4124DB-76AA-7F3D-74EB-22200D79F6A9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00:08.914" v="8" actId="1076"/>
        <pc:sldMkLst>
          <pc:docMk/>
          <pc:sldMk cId="0" sldId="258"/>
        </pc:sldMkLst>
        <pc:picChg chg="mod">
          <ac:chgData name="Francisco Davi Belo Rodrigues" userId="a785edb6-bfc4-4c84-981b-3fb1315cfd16" providerId="ADAL" clId="{66E9CD46-3840-4D4B-929B-61C749660799}" dt="2025-09-19T12:00:08.914" v="8" actId="1076"/>
          <ac:picMkLst>
            <pc:docMk/>
            <pc:sldMk cId="0" sldId="258"/>
            <ac:picMk id="2" creationId="{DDBFF009-3A0E-A6C3-D30F-2711A0B2F6F4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02:25.129" v="9" actId="1076"/>
        <pc:sldMkLst>
          <pc:docMk/>
          <pc:sldMk cId="0" sldId="259"/>
        </pc:sldMkLst>
        <pc:picChg chg="mod">
          <ac:chgData name="Francisco Davi Belo Rodrigues" userId="a785edb6-bfc4-4c84-981b-3fb1315cfd16" providerId="ADAL" clId="{66E9CD46-3840-4D4B-929B-61C749660799}" dt="2025-09-19T12:02:25.129" v="9" actId="1076"/>
          <ac:picMkLst>
            <pc:docMk/>
            <pc:sldMk cId="0" sldId="259"/>
            <ac:picMk id="2" creationId="{1F013453-3097-4DA0-5882-772C3CDD99CE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03:29.920" v="10" actId="1076"/>
        <pc:sldMkLst>
          <pc:docMk/>
          <pc:sldMk cId="0" sldId="260"/>
        </pc:sldMkLst>
        <pc:picChg chg="mod">
          <ac:chgData name="Francisco Davi Belo Rodrigues" userId="a785edb6-bfc4-4c84-981b-3fb1315cfd16" providerId="ADAL" clId="{66E9CD46-3840-4D4B-929B-61C749660799}" dt="2025-09-19T12:03:29.920" v="10" actId="1076"/>
          <ac:picMkLst>
            <pc:docMk/>
            <pc:sldMk cId="0" sldId="260"/>
            <ac:picMk id="2" creationId="{44504A06-3E77-522E-7490-81D9728EE135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04:08.588" v="11" actId="1076"/>
        <pc:sldMkLst>
          <pc:docMk/>
          <pc:sldMk cId="0" sldId="261"/>
        </pc:sldMkLst>
        <pc:picChg chg="mod">
          <ac:chgData name="Francisco Davi Belo Rodrigues" userId="a785edb6-bfc4-4c84-981b-3fb1315cfd16" providerId="ADAL" clId="{66E9CD46-3840-4D4B-929B-61C749660799}" dt="2025-09-19T12:04:08.588" v="11" actId="1076"/>
          <ac:picMkLst>
            <pc:docMk/>
            <pc:sldMk cId="0" sldId="261"/>
            <ac:picMk id="2" creationId="{F4803708-5BB4-FCB1-ADAD-428C0F019298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10:55.219" v="12" actId="1076"/>
        <pc:sldMkLst>
          <pc:docMk/>
          <pc:sldMk cId="0" sldId="262"/>
        </pc:sldMkLst>
        <pc:picChg chg="mod">
          <ac:chgData name="Francisco Davi Belo Rodrigues" userId="a785edb6-bfc4-4c84-981b-3fb1315cfd16" providerId="ADAL" clId="{66E9CD46-3840-4D4B-929B-61C749660799}" dt="2025-09-19T12:10:55.219" v="12" actId="1076"/>
          <ac:picMkLst>
            <pc:docMk/>
            <pc:sldMk cId="0" sldId="262"/>
            <ac:picMk id="2" creationId="{E67883CC-C5DB-84AB-BC19-702E810F0E84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16:24.944" v="13" actId="1076"/>
        <pc:sldMkLst>
          <pc:docMk/>
          <pc:sldMk cId="0" sldId="263"/>
        </pc:sldMkLst>
        <pc:picChg chg="mod">
          <ac:chgData name="Francisco Davi Belo Rodrigues" userId="a785edb6-bfc4-4c84-981b-3fb1315cfd16" providerId="ADAL" clId="{66E9CD46-3840-4D4B-929B-61C749660799}" dt="2025-09-19T12:16:24.944" v="13" actId="1076"/>
          <ac:picMkLst>
            <pc:docMk/>
            <pc:sldMk cId="0" sldId="263"/>
            <ac:picMk id="2" creationId="{123E1942-0E21-364C-EB76-CA13A4F6EB0E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21:28.498" v="14" actId="1076"/>
        <pc:sldMkLst>
          <pc:docMk/>
          <pc:sldMk cId="0" sldId="264"/>
        </pc:sldMkLst>
        <pc:picChg chg="mod">
          <ac:chgData name="Francisco Davi Belo Rodrigues" userId="a785edb6-bfc4-4c84-981b-3fb1315cfd16" providerId="ADAL" clId="{66E9CD46-3840-4D4B-929B-61C749660799}" dt="2025-09-19T12:21:28.498" v="14" actId="1076"/>
          <ac:picMkLst>
            <pc:docMk/>
            <pc:sldMk cId="0" sldId="264"/>
            <ac:picMk id="2" creationId="{7A665E18-1811-1207-939F-E1E13C9105AF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24:46.779" v="15" actId="1076"/>
        <pc:sldMkLst>
          <pc:docMk/>
          <pc:sldMk cId="0" sldId="265"/>
        </pc:sldMkLst>
        <pc:picChg chg="mod">
          <ac:chgData name="Francisco Davi Belo Rodrigues" userId="a785edb6-bfc4-4c84-981b-3fb1315cfd16" providerId="ADAL" clId="{66E9CD46-3840-4D4B-929B-61C749660799}" dt="2025-09-19T12:24:46.779" v="15" actId="1076"/>
          <ac:picMkLst>
            <pc:docMk/>
            <pc:sldMk cId="0" sldId="265"/>
            <ac:picMk id="2" creationId="{694DCF77-FE41-3C97-26C2-588BFDF61412}"/>
          </ac:picMkLst>
        </pc:picChg>
      </pc:sldChg>
      <pc:sldChg chg="delSp modSp mod delAnim">
        <pc:chgData name="Francisco Davi Belo Rodrigues" userId="a785edb6-bfc4-4c84-981b-3fb1315cfd16" providerId="ADAL" clId="{66E9CD46-3840-4D4B-929B-61C749660799}" dt="2025-09-19T12:28:21.554" v="52" actId="1076"/>
        <pc:sldMkLst>
          <pc:docMk/>
          <pc:sldMk cId="0" sldId="266"/>
        </pc:sldMkLst>
        <pc:spChg chg="mod">
          <ac:chgData name="Francisco Davi Belo Rodrigues" userId="a785edb6-bfc4-4c84-981b-3fb1315cfd16" providerId="ADAL" clId="{66E9CD46-3840-4D4B-929B-61C749660799}" dt="2025-09-19T12:25:27.188" v="49" actId="20577"/>
          <ac:spMkLst>
            <pc:docMk/>
            <pc:sldMk cId="0" sldId="266"/>
            <ac:spMk id="80" creationId="{00000000-0000-0000-0000-000000000000}"/>
          </ac:spMkLst>
        </pc:spChg>
        <pc:picChg chg="del mod">
          <ac:chgData name="Francisco Davi Belo Rodrigues" userId="a785edb6-bfc4-4c84-981b-3fb1315cfd16" providerId="ADAL" clId="{66E9CD46-3840-4D4B-929B-61C749660799}" dt="2025-09-19T12:28:18.712" v="51" actId="478"/>
          <ac:picMkLst>
            <pc:docMk/>
            <pc:sldMk cId="0" sldId="266"/>
            <ac:picMk id="2" creationId="{A3C5583E-A33B-460E-17ED-9AF4974EA381}"/>
          </ac:picMkLst>
        </pc:picChg>
        <pc:picChg chg="mod">
          <ac:chgData name="Francisco Davi Belo Rodrigues" userId="a785edb6-bfc4-4c84-981b-3fb1315cfd16" providerId="ADAL" clId="{66E9CD46-3840-4D4B-929B-61C749660799}" dt="2025-09-19T12:28:21.554" v="52" actId="1076"/>
          <ac:picMkLst>
            <pc:docMk/>
            <pc:sldMk cId="0" sldId="266"/>
            <ac:picMk id="3" creationId="{C8116D3E-88E7-8466-4127-A1A26274F465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33:41.620" v="53" actId="1076"/>
        <pc:sldMkLst>
          <pc:docMk/>
          <pc:sldMk cId="0" sldId="267"/>
        </pc:sldMkLst>
        <pc:picChg chg="mod">
          <ac:chgData name="Francisco Davi Belo Rodrigues" userId="a785edb6-bfc4-4c84-981b-3fb1315cfd16" providerId="ADAL" clId="{66E9CD46-3840-4D4B-929B-61C749660799}" dt="2025-09-19T12:33:41.620" v="53" actId="1076"/>
          <ac:picMkLst>
            <pc:docMk/>
            <pc:sldMk cId="0" sldId="267"/>
            <ac:picMk id="2" creationId="{7AEF81D6-518B-0A3B-DBC0-C5CDD57CAE8A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35:00.576" v="54" actId="1076"/>
        <pc:sldMkLst>
          <pc:docMk/>
          <pc:sldMk cId="0" sldId="268"/>
        </pc:sldMkLst>
        <pc:picChg chg="mod">
          <ac:chgData name="Francisco Davi Belo Rodrigues" userId="a785edb6-bfc4-4c84-981b-3fb1315cfd16" providerId="ADAL" clId="{66E9CD46-3840-4D4B-929B-61C749660799}" dt="2025-09-19T12:35:00.576" v="54" actId="1076"/>
          <ac:picMkLst>
            <pc:docMk/>
            <pc:sldMk cId="0" sldId="268"/>
            <ac:picMk id="2" creationId="{48450B19-8467-00EE-1490-DECC67298579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42:06.626" v="55" actId="1076"/>
        <pc:sldMkLst>
          <pc:docMk/>
          <pc:sldMk cId="0" sldId="269"/>
        </pc:sldMkLst>
        <pc:picChg chg="mod">
          <ac:chgData name="Francisco Davi Belo Rodrigues" userId="a785edb6-bfc4-4c84-981b-3fb1315cfd16" providerId="ADAL" clId="{66E9CD46-3840-4D4B-929B-61C749660799}" dt="2025-09-19T12:42:06.626" v="55" actId="1076"/>
          <ac:picMkLst>
            <pc:docMk/>
            <pc:sldMk cId="0" sldId="269"/>
            <ac:picMk id="2" creationId="{3720EADC-B91E-C1E6-44BD-56D6444C793D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43:22.610" v="56" actId="1076"/>
        <pc:sldMkLst>
          <pc:docMk/>
          <pc:sldMk cId="0" sldId="270"/>
        </pc:sldMkLst>
        <pc:picChg chg="mod">
          <ac:chgData name="Francisco Davi Belo Rodrigues" userId="a785edb6-bfc4-4c84-981b-3fb1315cfd16" providerId="ADAL" clId="{66E9CD46-3840-4D4B-929B-61C749660799}" dt="2025-09-19T12:43:22.610" v="56" actId="1076"/>
          <ac:picMkLst>
            <pc:docMk/>
            <pc:sldMk cId="0" sldId="270"/>
            <ac:picMk id="2" creationId="{5ADC0EEE-14A7-CBDD-3553-47FF58CBCAAD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49:35.668" v="57" actId="1076"/>
        <pc:sldMkLst>
          <pc:docMk/>
          <pc:sldMk cId="0" sldId="271"/>
        </pc:sldMkLst>
        <pc:picChg chg="mod">
          <ac:chgData name="Francisco Davi Belo Rodrigues" userId="a785edb6-bfc4-4c84-981b-3fb1315cfd16" providerId="ADAL" clId="{66E9CD46-3840-4D4B-929B-61C749660799}" dt="2025-09-19T12:49:35.668" v="57" actId="1076"/>
          <ac:picMkLst>
            <pc:docMk/>
            <pc:sldMk cId="0" sldId="271"/>
            <ac:picMk id="2" creationId="{4409AB98-A86B-CFC6-93E2-CD14E199CFAE}"/>
          </ac:picMkLst>
        </pc:picChg>
      </pc:sldChg>
      <pc:sldChg chg="modSp mod">
        <pc:chgData name="Francisco Davi Belo Rodrigues" userId="a785edb6-bfc4-4c84-981b-3fb1315cfd16" providerId="ADAL" clId="{66E9CD46-3840-4D4B-929B-61C749660799}" dt="2025-09-19T12:57:56.014" v="290" actId="20577"/>
        <pc:sldMkLst>
          <pc:docMk/>
          <pc:sldMk cId="0" sldId="272"/>
        </pc:sldMkLst>
        <pc:spChg chg="mod">
          <ac:chgData name="Francisco Davi Belo Rodrigues" userId="a785edb6-bfc4-4c84-981b-3fb1315cfd16" providerId="ADAL" clId="{66E9CD46-3840-4D4B-929B-61C749660799}" dt="2025-09-19T12:50:24.025" v="119" actId="20577"/>
          <ac:spMkLst>
            <pc:docMk/>
            <pc:sldMk cId="0" sldId="272"/>
            <ac:spMk id="111" creationId="{00000000-0000-0000-0000-000000000000}"/>
          </ac:spMkLst>
        </pc:spChg>
        <pc:spChg chg="mod">
          <ac:chgData name="Francisco Davi Belo Rodrigues" userId="a785edb6-bfc4-4c84-981b-3fb1315cfd16" providerId="ADAL" clId="{66E9CD46-3840-4D4B-929B-61C749660799}" dt="2025-09-19T12:57:56.014" v="290" actId="20577"/>
          <ac:spMkLst>
            <pc:docMk/>
            <pc:sldMk cId="0" sldId="272"/>
            <ac:spMk id="112" creationId="{00000000-0000-0000-0000-000000000000}"/>
          </ac:spMkLst>
        </pc:spChg>
        <pc:picChg chg="mod">
          <ac:chgData name="Francisco Davi Belo Rodrigues" userId="a785edb6-bfc4-4c84-981b-3fb1315cfd16" providerId="ADAL" clId="{66E9CD46-3840-4D4B-929B-61C749660799}" dt="2025-09-19T12:57:38.419" v="283" actId="1076"/>
          <ac:picMkLst>
            <pc:docMk/>
            <pc:sldMk cId="0" sldId="272"/>
            <ac:picMk id="2" creationId="{DADB284A-9939-5C96-46FA-AC30DFF4363A}"/>
          </ac:picMkLst>
        </pc:picChg>
      </pc:sldChg>
      <pc:sldChg chg="modSp add del mod">
        <pc:chgData name="Francisco Davi Belo Rodrigues" userId="a785edb6-bfc4-4c84-981b-3fb1315cfd16" providerId="ADAL" clId="{66E9CD46-3840-4D4B-929B-61C749660799}" dt="2025-09-19T12:58:25.216" v="325" actId="47"/>
        <pc:sldMkLst>
          <pc:docMk/>
          <pc:sldMk cId="4173035906" sldId="273"/>
        </pc:sldMkLst>
        <pc:spChg chg="mod">
          <ac:chgData name="Francisco Davi Belo Rodrigues" userId="a785edb6-bfc4-4c84-981b-3fb1315cfd16" providerId="ADAL" clId="{66E9CD46-3840-4D4B-929B-61C749660799}" dt="2025-09-19T12:58:04.099" v="305" actId="20577"/>
          <ac:spMkLst>
            <pc:docMk/>
            <pc:sldMk cId="4173035906" sldId="273"/>
            <ac:spMk id="111" creationId="{C8088A42-3FA2-4D31-218A-B41D6A459301}"/>
          </ac:spMkLst>
        </pc:spChg>
        <pc:spChg chg="mod">
          <ac:chgData name="Francisco Davi Belo Rodrigues" userId="a785edb6-bfc4-4c84-981b-3fb1315cfd16" providerId="ADAL" clId="{66E9CD46-3840-4D4B-929B-61C749660799}" dt="2025-09-19T12:58:16.033" v="324" actId="20577"/>
          <ac:spMkLst>
            <pc:docMk/>
            <pc:sldMk cId="4173035906" sldId="273"/>
            <ac:spMk id="112" creationId="{561FA75A-93A8-6073-F9C3-0E6F31A8CD4E}"/>
          </ac:spMkLst>
        </pc:spChg>
      </pc:sldChg>
      <pc:sldMasterChg chg="addSp mod">
        <pc:chgData name="Francisco Davi Belo Rodrigues" userId="a785edb6-bfc4-4c84-981b-3fb1315cfd16" providerId="ADAL" clId="{66E9CD46-3840-4D4B-929B-61C749660799}" dt="2025-09-19T11:45:04.056" v="0" actId="33475"/>
        <pc:sldMasterMkLst>
          <pc:docMk/>
          <pc:sldMasterMk cId="0" sldId="2147483648"/>
        </pc:sldMasterMkLst>
        <pc:spChg chg="add">
          <ac:chgData name="Francisco Davi Belo Rodrigues" userId="a785edb6-bfc4-4c84-981b-3fb1315cfd16" providerId="ADAL" clId="{66E9CD46-3840-4D4B-929B-61C749660799}" dt="2025-09-19T11:45:04.056" v="0" actId="33475"/>
          <ac:spMkLst>
            <pc:docMk/>
            <pc:sldMasterMk cId="0" sldId="2147483648"/>
            <ac:spMk id="8" creationId="{1CD9AA84-DF23-75D6-BB95-9061D9EF3CE9}"/>
          </ac:spMkLst>
        </pc:spChg>
      </pc:sldMasterChg>
      <pc:sldMasterChg chg="addSp mod">
        <pc:chgData name="Francisco Davi Belo Rodrigues" userId="a785edb6-bfc4-4c84-981b-3fb1315cfd16" providerId="ADAL" clId="{66E9CD46-3840-4D4B-929B-61C749660799}" dt="2025-09-19T11:45:04.056" v="0" actId="33475"/>
        <pc:sldMasterMkLst>
          <pc:docMk/>
          <pc:sldMasterMk cId="0" sldId="2147483650"/>
        </pc:sldMasterMkLst>
        <pc:spChg chg="add">
          <ac:chgData name="Francisco Davi Belo Rodrigues" userId="a785edb6-bfc4-4c84-981b-3fb1315cfd16" providerId="ADAL" clId="{66E9CD46-3840-4D4B-929B-61C749660799}" dt="2025-09-19T11:45:04.056" v="0" actId="33475"/>
          <ac:spMkLst>
            <pc:docMk/>
            <pc:sldMasterMk cId="0" sldId="2147483650"/>
            <ac:spMk id="3" creationId="{ED478E3F-D6EF-DA1D-3423-06CF150EC0F4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A5930-CAD2-4434-B68E-14C069792D9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2A5BC-62EC-4436-9D37-871053325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5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06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9BE5-F07E-40DC-C2FF-CA86A4F6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A5A3A-1F0F-3B22-56D5-ECE9EE454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A3966-5F68-2251-AA34-286A5EDF1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173C9-0AD1-D64B-51CC-8B525B042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9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FAB7-EE0C-D81D-C22D-B35DEBF6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52080-A357-EFF6-EBE4-D27A1B90A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C41EC-0580-E25C-53E2-D62BAD0AE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16D96-9E8F-B823-E8D3-4EF03D370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71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99ED-B29C-A424-874E-03D602AE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1B9C-4B59-883F-FF6A-55EBB5B09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BC958-0FA9-0A40-0522-E7DCF7AF2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E5738-E2C1-D794-0F99-067B05DCF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27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28933-81C7-2765-72B5-7066C14B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0B396-35DA-4908-EE6C-52BD2F990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E8600-B6EB-139A-1304-D94AF81D7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709DB-A262-3860-3A19-5F1975582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74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1F45-FFDA-AE02-38F1-67D95399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F9875-A0D7-8BCE-909F-93812B1AF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1857C-FD3F-9AF6-0FBF-E9B54DBF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E3968-AE75-A5E7-17E2-F579AC0BD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63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75ED-F5F2-348C-9CF9-9C49894A1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E58AF-FDBB-4E0C-4684-3D9BD8864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11706-D3EE-DC5E-5F53-FA349BE6C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AA0F4-A637-FD89-7494-DD2381C62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74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BC2D3-24D9-86C4-CC1A-0AFC92AB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D76C5-531D-B50E-98F1-D766F22A6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1A52A-D8BD-476F-2804-F35800E53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DDE87-9723-F08B-9EB1-30530BF6B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24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CDA4-261F-71EA-CDF3-E7A6064B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AE344-421F-7420-77E7-246E892F2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D1798-2B06-DBC4-B60F-B12085E39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542FA-87F6-689B-8B90-090E6267B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2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D6CC-C087-ECB0-21CC-4F43DD3E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FB2FC-E1F2-B230-5974-5A82D4492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E2CF8-17A8-E06E-DB9F-3B3BE7094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028B4-5336-29C8-2E29-A44B26949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21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C6C67-0E86-1ACF-8AED-06BCD33F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4D2BC-F45B-AAB4-00C5-CEC047D1D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ACEF3-2B1A-9C31-6583-BEBA818E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D2FEC-FBA6-ACD4-0041-ABD025302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67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A241-56C2-F492-AE25-09EDC042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72369-20F7-6236-956D-838964FE9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35C7D-A562-02F2-B5BA-EE4737A1F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5D938-A997-2DF3-2D86-BC5BEBC7A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94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8568-A2DE-72D9-9D0A-1FFC230D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99D7C-1D60-86D7-DAB7-5B9559583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24601-1E27-4968-C71A-3C9676123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87C4C-6A13-5B32-3A39-2111BD45F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83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DB23-8880-5363-607F-198D79BB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70530-0030-25F6-A0ED-A171A8C37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2F571-9F54-6F2D-CE13-E0A45AFD6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3186F-3D78-2569-9C81-137B737FF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58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5DA1-F87C-AC7D-BD52-FAF27859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9C275-DB8D-87BE-8496-591957742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5ADCB-592C-C2C4-E876-C779071F0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CAE2F-D90A-C9FE-B92C-A4EC15D2F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31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3DBE-984E-B1F9-9712-230F4547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D907A-64E0-2E99-3E19-BC6B9C3C8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C822B-E782-FA5C-ABF0-9E7453961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B1ADC-810A-306D-AB95-B0E095474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91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EE11-9914-7E6A-04B1-2D5BF3E5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1F302-6B46-9AF8-1C82-812D992FE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69DFC-EFBE-B85C-2F8A-CFD1FCF24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A7D80-765F-8163-32EE-815CC56E5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75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B9205-FB7C-822D-6FDC-F268F49E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D5621-0880-3171-DC17-A8D2C8445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16120-4961-EA59-C70A-12661F5FB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0638E-FC0C-FFAD-2944-A09D01D72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1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59797E3-CC94-4A76-8610-88CF4A6B2E0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EC2EEEB-A4C2-41BD-B22D-1FA1F9DA8D5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5ED111-75EB-4FCE-9313-C26EAA848064}" type="slidenum"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D9AA84-DF23-75D6-BB95-9061D9EF3C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546989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E4AD7D-09FF-47CC-99B8-F88D3E15F053}" type="slidenum"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478E3F-D6EF-DA1D-3423-06CF150EC0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546989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 dirty="0">
                <a:solidFill>
                  <a:srgbClr val="000000"/>
                </a:solidFill>
                <a:uFillTx/>
                <a:latin typeface="Arial"/>
              </a:rPr>
              <a:t>EQE776 – Trabalho Final</a:t>
            </a:r>
            <a:endParaRPr lang="en-US" sz="4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800" b="0" u="none" strike="noStrike" dirty="0">
                <a:solidFill>
                  <a:srgbClr val="000000"/>
                </a:solidFill>
                <a:uFillTx/>
                <a:latin typeface="Arial"/>
              </a:rPr>
              <a:t>Simulação Estática de uma Unidade de Tratamento de Águas Ácidas em Refinaria de Petróleo: Estudo da Torre Esgotadora de H2S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600" b="0" u="none" strike="noStrike" dirty="0">
                <a:solidFill>
                  <a:srgbClr val="000000"/>
                </a:solidFill>
                <a:uFillTx/>
                <a:latin typeface="Arial"/>
              </a:rPr>
              <a:t>Aluno: Francisco Davi Belo Rodrigues</a:t>
            </a:r>
            <a:endParaRPr lang="en-US" sz="2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600" b="0" u="none" strike="noStrike" dirty="0">
                <a:solidFill>
                  <a:srgbClr val="000000"/>
                </a:solidFill>
                <a:uFillTx/>
                <a:latin typeface="Arial"/>
              </a:rPr>
              <a:t>2025-11</a:t>
            </a:r>
            <a:endParaRPr lang="en-US" sz="2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" name="Imagem 15"/>
          <p:cNvPicPr/>
          <p:nvPr/>
        </p:nvPicPr>
        <p:blipFill>
          <a:blip r:embed="rId2"/>
          <a:stretch/>
        </p:blipFill>
        <p:spPr>
          <a:xfrm>
            <a:off x="4048963" y="4768920"/>
            <a:ext cx="2260440" cy="539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Introdução – Processo e Modelagem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34143" y="615960"/>
            <a:ext cx="9235143" cy="33729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Objetivo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uma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torre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esgotamento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H2S de um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sistema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tratamento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águas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ácidas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2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torres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Avaliar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impacto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alterações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na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carga (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teor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contaminantes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vazão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temperatura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) no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limite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estabilidade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térmica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torre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ponto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máxima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recuperação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H2S)</a:t>
            </a: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Obter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um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modelo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robusto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que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possa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ser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convertido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em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dinâmica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que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subsidiará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treinamentos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agentes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aprendizado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reforço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realizar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controle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sistema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.</a:t>
            </a:r>
            <a:endParaRPr lang="en-US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5152"/>
    </mc:Choice>
    <mc:Fallback xmlns="">
      <p:transition spd="slow" advClick="0" advTm="10515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Simulação: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Aspen Plus V14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Termodinâmico: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GPSWAT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522"/>
    </mc:Choice>
    <mc:Fallback xmlns="">
      <p:transition spd="slow" advTm="1055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147239" y="702000"/>
            <a:ext cx="9526848" cy="4808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 GPSWAT</a:t>
            </a:r>
          </a:p>
          <a:p>
            <a:pPr>
              <a:lnSpc>
                <a:spcPct val="100000"/>
              </a:lnSpc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Desenvolvido em 1990 pelo Gas Process Association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Específico para aplicações em sistemas de águas ácidas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Baseado em correções empíricas ajustadas a extensos bancos de equilíbrio de fases para soluções aquosas contendo eletrólitos fracos, incorporando os seguintes aspectos: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EE09D-76FF-2212-DCB4-69360C3A1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624826"/>
            <a:ext cx="7683661" cy="1765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14"/>
    </mc:Choice>
    <mc:Fallback xmlns="">
      <p:transition spd="slow" advTm="5471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2FA39-312C-18AE-A8A9-E5200F14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E5B4DBE6-A043-DF4A-50C9-8A867016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6F7BFAA-BC59-FB52-D991-D60A049376C9}"/>
              </a:ext>
            </a:extLst>
          </p:cNvPr>
          <p:cNvSpPr/>
          <p:nvPr/>
        </p:nvSpPr>
        <p:spPr>
          <a:xfrm>
            <a:off x="147239" y="702000"/>
            <a:ext cx="9526848" cy="4808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 GPSWAT</a:t>
            </a:r>
          </a:p>
          <a:p>
            <a:pPr>
              <a:lnSpc>
                <a:spcPct val="100000"/>
              </a:lnSpc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Componentes e Reações Consideradas: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EEA6C-50A2-B98E-58F3-5B7F47E1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32" y="2043814"/>
            <a:ext cx="3206512" cy="19854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5503D-3277-96DF-9BF1-826A90C3E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482" y="2131597"/>
            <a:ext cx="2408504" cy="179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14"/>
    </mc:Choice>
    <mc:Fallback xmlns="">
      <p:transition spd="slow" advTm="5471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33B80-DAD5-13D1-BA38-802CD0CD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02C65929-4A69-156C-C959-AD5847EA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5EFAF20-EE8D-D54B-D86C-1582919F0463}"/>
              </a:ext>
            </a:extLst>
          </p:cNvPr>
          <p:cNvSpPr/>
          <p:nvPr/>
        </p:nvSpPr>
        <p:spPr>
          <a:xfrm>
            <a:off x="147239" y="702000"/>
            <a:ext cx="9526848" cy="4808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 GPSWAT</a:t>
            </a:r>
          </a:p>
          <a:p>
            <a:pPr>
              <a:lnSpc>
                <a:spcPct val="100000"/>
              </a:lnSpc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Limites de aplicabilidade: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Adequação ao presente trabalho: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1DA39-FE40-9B22-6C8F-91DE9C24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6" y="1697820"/>
            <a:ext cx="4641190" cy="1609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7E3F2-2F15-6CFF-844A-DC6F2498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3884948"/>
            <a:ext cx="8918783" cy="143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2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14"/>
    </mc:Choice>
    <mc:Fallback xmlns="">
      <p:transition spd="slow" advTm="5471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158759" y="779040"/>
            <a:ext cx="8114731" cy="473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Estratégia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simulação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AutoNum type="arabicPeriod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DEE37-55AE-1974-ACD1-CCEE635A2DFC}"/>
              </a:ext>
            </a:extLst>
          </p:cNvPr>
          <p:cNvSpPr txBox="1"/>
          <p:nvPr/>
        </p:nvSpPr>
        <p:spPr>
          <a:xfrm>
            <a:off x="568755" y="1528204"/>
            <a:ext cx="6270955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1.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Desenvolvimento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do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estático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Aspen Plus V14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2.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Análise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Sensibilidade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dirty="0">
                <a:solidFill>
                  <a:srgbClr val="000000"/>
                </a:solidFill>
                <a:latin typeface="Arial"/>
                <a:ea typeface="Microsoft YaHei"/>
              </a:rPr>
              <a:t>3.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Microsoft YaHei"/>
              </a:rPr>
              <a:t>Exportação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Microsoft YaHei"/>
              </a:rPr>
              <a:t> dos dados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4.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Análise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e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interpretação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dos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resultados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obtidos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73"/>
    </mc:Choice>
    <mc:Fallback xmlns="">
      <p:transition spd="slow" advTm="2187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FD7D-4452-6D9F-FB33-B3DCCCB1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671742D5-A834-6E02-2566-1F87C4C2A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DF09DF6-9D92-0AD2-B74E-67FDFE87298C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Bloco: RadFrac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81A21-652A-600D-9494-897D9684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203" y="1828430"/>
            <a:ext cx="7354326" cy="295316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D2FC122-4CB1-A5D6-B2F3-72C2F176F899}"/>
              </a:ext>
            </a:extLst>
          </p:cNvPr>
          <p:cNvCxnSpPr>
            <a:cxnSpLocks/>
          </p:cNvCxnSpPr>
          <p:nvPr/>
        </p:nvCxnSpPr>
        <p:spPr>
          <a:xfrm>
            <a:off x="1550821" y="3213547"/>
            <a:ext cx="980238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0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AAEF-E3FB-6EF2-8707-1BC77DF9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651A4B9-DF17-13DC-E003-18C370EF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858C1ED-812D-1B72-F9B1-F989042C0F4D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Bloco: RadFrac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F91BD-52A5-AEB8-411F-C40931B1F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70" y="1907374"/>
            <a:ext cx="9431130" cy="18558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FD4B4F-596C-789F-846A-C628CCCD84C7}"/>
              </a:ext>
            </a:extLst>
          </p:cNvPr>
          <p:cNvCxnSpPr>
            <a:cxnSpLocks/>
          </p:cNvCxnSpPr>
          <p:nvPr/>
        </p:nvCxnSpPr>
        <p:spPr>
          <a:xfrm>
            <a:off x="3511295" y="3732926"/>
            <a:ext cx="475488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4C94D7-8FB4-02D9-B503-E88525746D83}"/>
              </a:ext>
            </a:extLst>
          </p:cNvPr>
          <p:cNvCxnSpPr>
            <a:cxnSpLocks/>
          </p:cNvCxnSpPr>
          <p:nvPr/>
        </p:nvCxnSpPr>
        <p:spPr>
          <a:xfrm>
            <a:off x="1330146" y="2195515"/>
            <a:ext cx="564491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68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CD598A-4C7A-46A2-B20B-3F2EDA0D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5" y="1404026"/>
            <a:ext cx="2389205" cy="828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E5512E-D070-3660-8734-BD1447A4D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5" y="2127175"/>
            <a:ext cx="3544718" cy="2322956"/>
          </a:xfrm>
          <a:prstGeom prst="rect">
            <a:avLst/>
          </a:prstGeom>
        </p:spPr>
      </p:pic>
      <p:pic>
        <p:nvPicPr>
          <p:cNvPr id="13" name="Picture 1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7D5A5E0-0D71-27F0-AFBE-478CAFD81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320" y="779040"/>
            <a:ext cx="3200573" cy="4351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FC6A-6733-6542-FDFF-0E5CB846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991B001-ADE1-F8CD-7600-805AB81F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9785221-1CB8-0C43-2B3A-6BDA15D50ED9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55762-F73D-DC96-9AC5-EA56A44A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" y="1346193"/>
            <a:ext cx="5981458" cy="1728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1338F-2429-1ADB-4839-FE2F42DFB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28727"/>
            <a:ext cx="5795188" cy="157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5467-507D-2C64-66E6-58F30812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9C0EE5FF-D871-1222-3B01-3114AF7E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141E2CA-57EF-440C-CDC7-2D3C0286D187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A0294EE-08B7-EBC5-404C-35B5D44F8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25" y="1290772"/>
            <a:ext cx="4301375" cy="360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C52187-E277-FA89-EAA9-AF8549138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263" y="1550083"/>
            <a:ext cx="5206602" cy="308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3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1332-845A-E019-2687-FE35583F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E234ABE8-3D14-95FE-B55C-6617B533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5B3A808-FB5B-A7D5-4E2E-E2DD6495F732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B7677-36C7-6167-CCD0-D1B2A2D5E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74" y="1584829"/>
            <a:ext cx="4124276" cy="2897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F5F7C5-A4B6-A021-C471-D070B415B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836" y="1483925"/>
            <a:ext cx="3987715" cy="32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2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8B6D9-41D0-5D16-7CF6-BA867AEF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7446A62-4841-DF95-A69A-882170C07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DE23FB9-4D8F-AE7D-9309-9A012F979A45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C98EF7-2B2B-BC25-D75D-A441BDF71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68" y="1526791"/>
            <a:ext cx="4012003" cy="3181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C0F2E3-804A-6CD3-FE8F-5C43640F5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436" y="1412402"/>
            <a:ext cx="5401429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9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C676-C26A-35FB-4A2E-5956A1F9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D43094CF-4D06-C35E-4F24-2EF990D1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475B323-D946-7ECB-D8A9-ADBEAE1D8A49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Utilidades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C083A-9903-2CAB-65A9-0BF2F9554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25" y="1243312"/>
            <a:ext cx="4894540" cy="4073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B7963-BD43-D248-1514-6E336B52B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030" y="1911133"/>
            <a:ext cx="4681708" cy="231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4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46F1-4E74-57CE-B180-B30F44B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55F76B10-273A-672A-6147-C6BC825E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3F55179-ED3E-F077-A1F5-21B11492D72F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Utilidades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B8F3E-B188-F8A4-E0EA-B6CB2F8B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184393"/>
            <a:ext cx="4307208" cy="4116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1274E3-4026-3F1E-FE0C-878094A31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541" y="1702925"/>
            <a:ext cx="4526739" cy="266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8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A424-886C-811F-DC87-A57E07CA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761E8AE-D40F-FEF3-4F81-0B37E6A2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85C6AE8-F1D7-313F-666E-664E9998BFF2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Módulo de análise de sensibilidade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EBC43-8BE8-1C98-091C-EB36E70A9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43" y="1230300"/>
            <a:ext cx="6745251" cy="41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6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D973-3207-1EA8-1887-2724B26D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8E1EF3F-A028-CB4E-D5CA-1AE3EB5A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5489CC3-A2E7-CA71-93FC-DDA3A63DF1FB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Módulo de análise de sensibilidade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776BC1-1890-0D62-C1B9-C6C80A8D4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405615"/>
            <a:ext cx="4727993" cy="39336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D7538-7985-B24E-A724-73F84B4B6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233" y="1285603"/>
            <a:ext cx="3626816" cy="417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01A3-23CA-C6B5-74DE-211CBA12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8AB92D8F-7E16-FA78-2C70-EFA11C14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B35447D-E591-7D30-F4D3-CCB0EAA088C1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Casos de estudo: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086B4-1282-01BD-75BC-0771F9B7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" y="1538267"/>
            <a:ext cx="6554213" cy="207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9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5CF1-E2E3-D0C2-E5E6-20320CC3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3D577D84-EA22-219B-D75E-378EAB53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0794A-3236-671A-60ED-598C752A6AE6}"/>
              </a:ext>
            </a:extLst>
          </p:cNvPr>
          <p:cNvSpPr txBox="1"/>
          <p:nvPr/>
        </p:nvSpPr>
        <p:spPr>
          <a:xfrm>
            <a:off x="7387301" y="2112000"/>
            <a:ext cx="26933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1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1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1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1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3C22D1BA-BBB4-C4FD-DFCB-FCBFC09851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257"/>
            <a:ext cx="7365076" cy="44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5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63E7-C864-78E4-BBB1-A2F6DDEB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6C7D35B5-731A-2F83-F869-2EF2C585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1BD6D-9E7E-884D-D307-F505B0814606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4" name="Picture 3" descr="A graph with green and red lines&#10;&#10;AI-generated content may be incorrect.">
            <a:extLst>
              <a:ext uri="{FF2B5EF4-FFF2-40B4-BE49-F238E27FC236}">
                <a16:creationId xmlns:a16="http://schemas.microsoft.com/office/drawing/2014/main" id="{463510D9-0027-1F3B-E9EF-0A35557BA0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1051"/>
            <a:ext cx="7099069" cy="4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3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98705-A191-2E4E-AF75-3014B2AF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89313B5-96FA-0172-9167-C682315A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30221-21F7-DA1E-0BB4-F690709322BE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4" name="Picture 3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36BB1E82-4445-2300-9EF3-280A1F48F0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2215"/>
            <a:ext cx="7074485" cy="442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7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C4C1E-7618-B73B-1EA1-42F31C8B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97F8C530-CB5C-B898-E4EC-20853AAA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BB87F-61A7-C93E-218D-487A1FBFD093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5A7DE82-523B-1C04-7AD1-7C23AD25EC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8231"/>
            <a:ext cx="7188088" cy="431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2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CAB58-AEFF-5436-B565-C0D97CFF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3D3D864F-D008-743D-1DB0-83CF5A460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A3303-BE91-1BD5-058B-E25F97693C41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4" name="Picture 3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9AD99475-AECC-6943-096F-19484F2134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467"/>
            <a:ext cx="7099069" cy="4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2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D64F-4B0C-5092-1E76-2A773B92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858848C7-9300-0A04-648C-CC242B34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35B08-DFA8-7F34-63E2-64F4BC2798C1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7A64A4A-2C4F-1D2F-482E-6FE7B8BA9D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2026"/>
            <a:ext cx="7154588" cy="447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6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9B41D-9F0F-A26E-4C1F-8D7A3771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1CFE2ED3-94BE-D689-3F30-8B5EE754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9DB4B-213C-F35E-50A7-EBFD62F1928A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3" name="Picture 2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8AAC1E56-71E9-F237-E791-D726B7E16A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7659"/>
            <a:ext cx="7078025" cy="424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5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E87A8-8748-6B6F-AE78-DCC5DB29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41FF296-2788-FF94-F5E9-00E06ACFC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B14F9-29E3-0CC2-484F-CCBD06914F58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F6B150BD-D02A-5577-1BD2-D81DE6CF05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4283"/>
            <a:ext cx="6994985" cy="437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1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7D0A-58F2-9AF9-44E5-7EA01C15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7EDEDF02-627B-7E8B-60B7-F4600028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34B71-BB6D-EC53-567F-3ACD0F5638D9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H2S 1750 ppm, NH3 3000 ppm</a:t>
            </a:r>
            <a:endParaRPr lang="pt-BR" sz="12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6E44843-3663-28D5-55D8-7AB21809E0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2089"/>
            <a:ext cx="7099069" cy="4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5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Conclusões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Retângulo 109"/>
          <p:cNvSpPr/>
          <p:nvPr/>
        </p:nvSpPr>
        <p:spPr>
          <a:xfrm>
            <a:off x="564840" y="1002599"/>
            <a:ext cx="8433000" cy="41619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Excelente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seletividade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remoção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H2S –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Projeto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validado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Identificação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2 regimes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operacionais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distintos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: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Alta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sensibilidade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térmica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–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aumento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recuperação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de H2S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>
                <a:solidFill>
                  <a:srgbClr val="000000"/>
                </a:solidFill>
                <a:latin typeface="Arial"/>
              </a:rPr>
              <a:t>Baixa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sensibilidade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térmica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após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recuperação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completa de H2S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</a:rPr>
              <a:t>Razão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H2S/NH3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mostrou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-se ser um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parâmetro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importante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para 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determinação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das curvas do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sistema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</a:rPr>
              <a:t>Ganho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estático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entre carga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térmica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refervedor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x temp. topo se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mantém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apesar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dos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deslocamento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das curvas para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os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casos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com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mesma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razão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H2S/NH3,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alteração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vazão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temperatura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alimentação</a:t>
            </a: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37"/>
    </mc:Choice>
    <mc:Fallback xmlns="">
      <p:transition spd="slow" advTm="10833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Sugest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ões para t</a:t>
            </a: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rabalhos futuros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Retângulo 111"/>
          <p:cNvSpPr/>
          <p:nvPr/>
        </p:nvSpPr>
        <p:spPr>
          <a:xfrm>
            <a:off x="706680" y="1377360"/>
            <a:ext cx="8433000" cy="35750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Converter 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dinâmica</a:t>
            </a: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Estudar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a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resposta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dinâmica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casos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propostos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estática</a:t>
            </a: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Levantar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dados dessas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respostas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treinamento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rede neural 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agente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aprendizado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reforço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realizar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controle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focado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na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recuperação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máxima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H2S 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perda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  <a:ea typeface="Microsoft YaHei"/>
              </a:rPr>
              <a:t>mínima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NH3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lvl="1">
              <a:buClr>
                <a:srgbClr val="000000"/>
              </a:buClr>
              <a:buSzPct val="45000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041"/>
    </mc:Choice>
    <mc:Fallback xmlns="">
      <p:transition spd="slow" advTm="132041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1756</TotalTime>
  <Words>1448</Words>
  <Application>Microsoft Office PowerPoint</Application>
  <PresentationFormat>Custom</PresentationFormat>
  <Paragraphs>214</Paragraphs>
  <Slides>30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Microsoft YaHei</vt:lpstr>
      <vt:lpstr>Aptos</vt:lpstr>
      <vt:lpstr>Arial</vt:lpstr>
      <vt:lpstr>Symbol</vt:lpstr>
      <vt:lpstr>Times New Roman</vt:lpstr>
      <vt:lpstr>Trebuchet MS</vt:lpstr>
      <vt:lpstr>Wingdings</vt:lpstr>
      <vt:lpstr>Office</vt:lpstr>
      <vt:lpstr>Office</vt:lpstr>
      <vt:lpstr>EQE776 – Trabalho Final</vt:lpstr>
      <vt:lpstr>Introdução – Processo e Modelagem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Conclusões</vt:lpstr>
      <vt:lpstr>Sugestões para trabalhos futuros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Office</cp:lastModifiedBy>
  <cp:revision>57</cp:revision>
  <cp:lastPrinted>2024-09-23T20:36:17Z</cp:lastPrinted>
  <dcterms:created xsi:type="dcterms:W3CDTF">2024-09-18T10:11:45Z</dcterms:created>
  <dcterms:modified xsi:type="dcterms:W3CDTF">2025-12-01T11:31:41Z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Office:8\Office:3</vt:lpwstr>
  </property>
  <property fmtid="{D5CDD505-2E9C-101B-9397-08002B2CF9AE}" pid="3" name="ClassificationContentMarkingFooterText">
    <vt:lpwstr>PÚBLICA</vt:lpwstr>
  </property>
</Properties>
</file>