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71" r:id="rId9"/>
    <p:sldId id="272" r:id="rId10"/>
  </p:sldIdLst>
  <p:sldSz cx="10080625" cy="5670550"/>
  <p:notesSz cx="7772400" cy="100584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E9CD46-3840-4D4B-929B-61C749660799}" v="25" dt="2025-09-19T13:00:15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microsoft.com/office/2016/11/relationships/changesInfo" Target="changesInfos/changesInfo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Davi Belo Rodrigues" userId="a785edb6-bfc4-4c84-981b-3fb1315cfd16" providerId="ADAL" clId="{66E9CD46-3840-4D4B-929B-61C749660799}"/>
    <pc:docChg chg="custSel mod addSld delSld modSld modMainMaster">
      <pc:chgData name="Francisco Davi Belo Rodrigues" userId="a785edb6-bfc4-4c84-981b-3fb1315cfd16" providerId="ADAL" clId="{66E9CD46-3840-4D4B-929B-61C749660799}" dt="2025-09-19T13:00:15.617" v="332"/>
      <pc:docMkLst>
        <pc:docMk/>
      </pc:docMkLst>
      <pc:sldChg chg="delSp modSp mod modTransition delAnim">
        <pc:chgData name="Francisco Davi Belo Rodrigues" userId="a785edb6-bfc4-4c84-981b-3fb1315cfd16" providerId="ADAL" clId="{66E9CD46-3840-4D4B-929B-61C749660799}" dt="2025-09-19T12:59:56.065" v="331"/>
        <pc:sldMkLst>
          <pc:docMk/>
          <pc:sldMk cId="0" sldId="256"/>
        </pc:sldMkLst>
        <pc:picChg chg="del">
          <ac:chgData name="Francisco Davi Belo Rodrigues" userId="a785edb6-bfc4-4c84-981b-3fb1315cfd16" providerId="ADAL" clId="{66E9CD46-3840-4D4B-929B-61C749660799}" dt="2025-09-19T11:45:31.203" v="2" actId="478"/>
          <ac:picMkLst>
            <pc:docMk/>
            <pc:sldMk cId="0" sldId="256"/>
            <ac:picMk id="2" creationId="{1A1346C9-CAA0-811A-86A2-9D68C898DBD8}"/>
          </ac:picMkLst>
        </pc:picChg>
        <pc:picChg chg="del">
          <ac:chgData name="Francisco Davi Belo Rodrigues" userId="a785edb6-bfc4-4c84-981b-3fb1315cfd16" providerId="ADAL" clId="{66E9CD46-3840-4D4B-929B-61C749660799}" dt="2025-09-19T11:48:00.342" v="3" actId="478"/>
          <ac:picMkLst>
            <pc:docMk/>
            <pc:sldMk cId="0" sldId="256"/>
            <ac:picMk id="5" creationId="{5C74AABE-02D1-E076-316E-ADE428A5167E}"/>
          </ac:picMkLst>
        </pc:picChg>
        <pc:picChg chg="del">
          <ac:chgData name="Francisco Davi Belo Rodrigues" userId="a785edb6-bfc4-4c84-981b-3fb1315cfd16" providerId="ADAL" clId="{66E9CD46-3840-4D4B-929B-61C749660799}" dt="2025-09-19T11:49:28.646" v="4" actId="478"/>
          <ac:picMkLst>
            <pc:docMk/>
            <pc:sldMk cId="0" sldId="256"/>
            <ac:picMk id="6" creationId="{362C402D-2623-EB72-5A81-89CC8A5772A0}"/>
          </ac:picMkLst>
        </pc:picChg>
        <pc:picChg chg="mod">
          <ac:chgData name="Francisco Davi Belo Rodrigues" userId="a785edb6-bfc4-4c84-981b-3fb1315cfd16" providerId="ADAL" clId="{66E9CD46-3840-4D4B-929B-61C749660799}" dt="2025-09-19T12:59:36.558" v="329" actId="1076"/>
          <ac:picMkLst>
            <pc:docMk/>
            <pc:sldMk cId="0" sldId="256"/>
            <ac:picMk id="7" creationId="{A74ACFB5-286A-833E-EF4D-36718F26A356}"/>
          </ac:picMkLst>
        </pc:picChg>
        <pc:picChg chg="mod">
          <ac:chgData name="Francisco Davi Belo Rodrigues" userId="a785edb6-bfc4-4c84-981b-3fb1315cfd16" providerId="ADAL" clId="{66E9CD46-3840-4D4B-929B-61C749660799}" dt="2025-09-19T12:59:34.371" v="328" actId="1076"/>
          <ac:picMkLst>
            <pc:docMk/>
            <pc:sldMk cId="0" sldId="256"/>
            <ac:picMk id="16" creationId="{00000000-0000-0000-0000-000000000000}"/>
          </ac:picMkLst>
        </pc:picChg>
      </pc:sldChg>
      <pc:sldChg chg="modSp mod modTransition">
        <pc:chgData name="Francisco Davi Belo Rodrigues" userId="a785edb6-bfc4-4c84-981b-3fb1315cfd16" providerId="ADAL" clId="{66E9CD46-3840-4D4B-929B-61C749660799}" dt="2025-09-19T13:00:15.617" v="332"/>
        <pc:sldMkLst>
          <pc:docMk/>
          <pc:sldMk cId="0" sldId="257"/>
        </pc:sldMkLst>
        <pc:picChg chg="mod">
          <ac:chgData name="Francisco Davi Belo Rodrigues" userId="a785edb6-bfc4-4c84-981b-3fb1315cfd16" providerId="ADAL" clId="{66E9CD46-3840-4D4B-929B-61C749660799}" dt="2025-09-19T11:55:31.273" v="7" actId="1076"/>
          <ac:picMkLst>
            <pc:docMk/>
            <pc:sldMk cId="0" sldId="257"/>
            <ac:picMk id="3" creationId="{CD4124DB-76AA-7F3D-74EB-22200D79F6A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0:08.914" v="8" actId="1076"/>
        <pc:sldMkLst>
          <pc:docMk/>
          <pc:sldMk cId="0" sldId="258"/>
        </pc:sldMkLst>
        <pc:picChg chg="mod">
          <ac:chgData name="Francisco Davi Belo Rodrigues" userId="a785edb6-bfc4-4c84-981b-3fb1315cfd16" providerId="ADAL" clId="{66E9CD46-3840-4D4B-929B-61C749660799}" dt="2025-09-19T12:00:08.914" v="8" actId="1076"/>
          <ac:picMkLst>
            <pc:docMk/>
            <pc:sldMk cId="0" sldId="258"/>
            <ac:picMk id="2" creationId="{DDBFF009-3A0E-A6C3-D30F-2711A0B2F6F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2:25.129" v="9" actId="1076"/>
        <pc:sldMkLst>
          <pc:docMk/>
          <pc:sldMk cId="0" sldId="259"/>
        </pc:sldMkLst>
        <pc:picChg chg="mod">
          <ac:chgData name="Francisco Davi Belo Rodrigues" userId="a785edb6-bfc4-4c84-981b-3fb1315cfd16" providerId="ADAL" clId="{66E9CD46-3840-4D4B-929B-61C749660799}" dt="2025-09-19T12:02:25.129" v="9" actId="1076"/>
          <ac:picMkLst>
            <pc:docMk/>
            <pc:sldMk cId="0" sldId="259"/>
            <ac:picMk id="2" creationId="{1F013453-3097-4DA0-5882-772C3CDD99C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3:29.920" v="10" actId="1076"/>
        <pc:sldMkLst>
          <pc:docMk/>
          <pc:sldMk cId="0" sldId="260"/>
        </pc:sldMkLst>
        <pc:picChg chg="mod">
          <ac:chgData name="Francisco Davi Belo Rodrigues" userId="a785edb6-bfc4-4c84-981b-3fb1315cfd16" providerId="ADAL" clId="{66E9CD46-3840-4D4B-929B-61C749660799}" dt="2025-09-19T12:03:29.920" v="10" actId="1076"/>
          <ac:picMkLst>
            <pc:docMk/>
            <pc:sldMk cId="0" sldId="260"/>
            <ac:picMk id="2" creationId="{44504A06-3E77-522E-7490-81D9728EE13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04:08.588" v="11" actId="1076"/>
        <pc:sldMkLst>
          <pc:docMk/>
          <pc:sldMk cId="0" sldId="261"/>
        </pc:sldMkLst>
        <pc:picChg chg="mod">
          <ac:chgData name="Francisco Davi Belo Rodrigues" userId="a785edb6-bfc4-4c84-981b-3fb1315cfd16" providerId="ADAL" clId="{66E9CD46-3840-4D4B-929B-61C749660799}" dt="2025-09-19T12:04:08.588" v="11" actId="1076"/>
          <ac:picMkLst>
            <pc:docMk/>
            <pc:sldMk cId="0" sldId="261"/>
            <ac:picMk id="2" creationId="{F4803708-5BB4-FCB1-ADAD-428C0F019298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0:55.219" v="12" actId="1076"/>
        <pc:sldMkLst>
          <pc:docMk/>
          <pc:sldMk cId="0" sldId="262"/>
        </pc:sldMkLst>
        <pc:picChg chg="mod">
          <ac:chgData name="Francisco Davi Belo Rodrigues" userId="a785edb6-bfc4-4c84-981b-3fb1315cfd16" providerId="ADAL" clId="{66E9CD46-3840-4D4B-929B-61C749660799}" dt="2025-09-19T12:10:55.219" v="12" actId="1076"/>
          <ac:picMkLst>
            <pc:docMk/>
            <pc:sldMk cId="0" sldId="262"/>
            <ac:picMk id="2" creationId="{E67883CC-C5DB-84AB-BC19-702E810F0E84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16:24.944" v="13" actId="1076"/>
        <pc:sldMkLst>
          <pc:docMk/>
          <pc:sldMk cId="0" sldId="263"/>
        </pc:sldMkLst>
        <pc:picChg chg="mod">
          <ac:chgData name="Francisco Davi Belo Rodrigues" userId="a785edb6-bfc4-4c84-981b-3fb1315cfd16" providerId="ADAL" clId="{66E9CD46-3840-4D4B-929B-61C749660799}" dt="2025-09-19T12:16:24.944" v="13" actId="1076"/>
          <ac:picMkLst>
            <pc:docMk/>
            <pc:sldMk cId="0" sldId="263"/>
            <ac:picMk id="2" creationId="{123E1942-0E21-364C-EB76-CA13A4F6EB0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1:28.498" v="14" actId="1076"/>
        <pc:sldMkLst>
          <pc:docMk/>
          <pc:sldMk cId="0" sldId="264"/>
        </pc:sldMkLst>
        <pc:picChg chg="mod">
          <ac:chgData name="Francisco Davi Belo Rodrigues" userId="a785edb6-bfc4-4c84-981b-3fb1315cfd16" providerId="ADAL" clId="{66E9CD46-3840-4D4B-929B-61C749660799}" dt="2025-09-19T12:21:28.498" v="14" actId="1076"/>
          <ac:picMkLst>
            <pc:docMk/>
            <pc:sldMk cId="0" sldId="264"/>
            <ac:picMk id="2" creationId="{7A665E18-1811-1207-939F-E1E13C9105AF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24:46.779" v="15" actId="1076"/>
        <pc:sldMkLst>
          <pc:docMk/>
          <pc:sldMk cId="0" sldId="265"/>
        </pc:sldMkLst>
        <pc:picChg chg="mod">
          <ac:chgData name="Francisco Davi Belo Rodrigues" userId="a785edb6-bfc4-4c84-981b-3fb1315cfd16" providerId="ADAL" clId="{66E9CD46-3840-4D4B-929B-61C749660799}" dt="2025-09-19T12:24:46.779" v="15" actId="1076"/>
          <ac:picMkLst>
            <pc:docMk/>
            <pc:sldMk cId="0" sldId="265"/>
            <ac:picMk id="2" creationId="{694DCF77-FE41-3C97-26C2-588BFDF61412}"/>
          </ac:picMkLst>
        </pc:picChg>
      </pc:sldChg>
      <pc:sldChg chg="delSp modSp mod delAnim">
        <pc:chgData name="Francisco Davi Belo Rodrigues" userId="a785edb6-bfc4-4c84-981b-3fb1315cfd16" providerId="ADAL" clId="{66E9CD46-3840-4D4B-929B-61C749660799}" dt="2025-09-19T12:28:21.554" v="52" actId="1076"/>
        <pc:sldMkLst>
          <pc:docMk/>
          <pc:sldMk cId="0" sldId="266"/>
        </pc:sldMkLst>
        <pc:spChg chg="mod">
          <ac:chgData name="Francisco Davi Belo Rodrigues" userId="a785edb6-bfc4-4c84-981b-3fb1315cfd16" providerId="ADAL" clId="{66E9CD46-3840-4D4B-929B-61C749660799}" dt="2025-09-19T12:25:27.188" v="49" actId="20577"/>
          <ac:spMkLst>
            <pc:docMk/>
            <pc:sldMk cId="0" sldId="266"/>
            <ac:spMk id="80" creationId="{00000000-0000-0000-0000-000000000000}"/>
          </ac:spMkLst>
        </pc:spChg>
        <pc:picChg chg="del mod">
          <ac:chgData name="Francisco Davi Belo Rodrigues" userId="a785edb6-bfc4-4c84-981b-3fb1315cfd16" providerId="ADAL" clId="{66E9CD46-3840-4D4B-929B-61C749660799}" dt="2025-09-19T12:28:18.712" v="51" actId="478"/>
          <ac:picMkLst>
            <pc:docMk/>
            <pc:sldMk cId="0" sldId="266"/>
            <ac:picMk id="2" creationId="{A3C5583E-A33B-460E-17ED-9AF4974EA381}"/>
          </ac:picMkLst>
        </pc:picChg>
        <pc:picChg chg="mod">
          <ac:chgData name="Francisco Davi Belo Rodrigues" userId="a785edb6-bfc4-4c84-981b-3fb1315cfd16" providerId="ADAL" clId="{66E9CD46-3840-4D4B-929B-61C749660799}" dt="2025-09-19T12:28:21.554" v="52" actId="1076"/>
          <ac:picMkLst>
            <pc:docMk/>
            <pc:sldMk cId="0" sldId="266"/>
            <ac:picMk id="3" creationId="{C8116D3E-88E7-8466-4127-A1A26274F465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3:41.620" v="53" actId="1076"/>
        <pc:sldMkLst>
          <pc:docMk/>
          <pc:sldMk cId="0" sldId="267"/>
        </pc:sldMkLst>
        <pc:picChg chg="mod">
          <ac:chgData name="Francisco Davi Belo Rodrigues" userId="a785edb6-bfc4-4c84-981b-3fb1315cfd16" providerId="ADAL" clId="{66E9CD46-3840-4D4B-929B-61C749660799}" dt="2025-09-19T12:33:41.620" v="53" actId="1076"/>
          <ac:picMkLst>
            <pc:docMk/>
            <pc:sldMk cId="0" sldId="267"/>
            <ac:picMk id="2" creationId="{7AEF81D6-518B-0A3B-DBC0-C5CDD57CAE8A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35:00.576" v="54" actId="1076"/>
        <pc:sldMkLst>
          <pc:docMk/>
          <pc:sldMk cId="0" sldId="268"/>
        </pc:sldMkLst>
        <pc:picChg chg="mod">
          <ac:chgData name="Francisco Davi Belo Rodrigues" userId="a785edb6-bfc4-4c84-981b-3fb1315cfd16" providerId="ADAL" clId="{66E9CD46-3840-4D4B-929B-61C749660799}" dt="2025-09-19T12:35:00.576" v="54" actId="1076"/>
          <ac:picMkLst>
            <pc:docMk/>
            <pc:sldMk cId="0" sldId="268"/>
            <ac:picMk id="2" creationId="{48450B19-8467-00EE-1490-DECC67298579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2:06.626" v="55" actId="1076"/>
        <pc:sldMkLst>
          <pc:docMk/>
          <pc:sldMk cId="0" sldId="269"/>
        </pc:sldMkLst>
        <pc:picChg chg="mod">
          <ac:chgData name="Francisco Davi Belo Rodrigues" userId="a785edb6-bfc4-4c84-981b-3fb1315cfd16" providerId="ADAL" clId="{66E9CD46-3840-4D4B-929B-61C749660799}" dt="2025-09-19T12:42:06.626" v="55" actId="1076"/>
          <ac:picMkLst>
            <pc:docMk/>
            <pc:sldMk cId="0" sldId="269"/>
            <ac:picMk id="2" creationId="{3720EADC-B91E-C1E6-44BD-56D6444C793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3:22.610" v="56" actId="1076"/>
        <pc:sldMkLst>
          <pc:docMk/>
          <pc:sldMk cId="0" sldId="270"/>
        </pc:sldMkLst>
        <pc:picChg chg="mod">
          <ac:chgData name="Francisco Davi Belo Rodrigues" userId="a785edb6-bfc4-4c84-981b-3fb1315cfd16" providerId="ADAL" clId="{66E9CD46-3840-4D4B-929B-61C749660799}" dt="2025-09-19T12:43:22.610" v="56" actId="1076"/>
          <ac:picMkLst>
            <pc:docMk/>
            <pc:sldMk cId="0" sldId="270"/>
            <ac:picMk id="2" creationId="{5ADC0EEE-14A7-CBDD-3553-47FF58CBCAAD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49:35.668" v="57" actId="1076"/>
        <pc:sldMkLst>
          <pc:docMk/>
          <pc:sldMk cId="0" sldId="271"/>
        </pc:sldMkLst>
        <pc:picChg chg="mod">
          <ac:chgData name="Francisco Davi Belo Rodrigues" userId="a785edb6-bfc4-4c84-981b-3fb1315cfd16" providerId="ADAL" clId="{66E9CD46-3840-4D4B-929B-61C749660799}" dt="2025-09-19T12:49:35.668" v="57" actId="1076"/>
          <ac:picMkLst>
            <pc:docMk/>
            <pc:sldMk cId="0" sldId="271"/>
            <ac:picMk id="2" creationId="{4409AB98-A86B-CFC6-93E2-CD14E199CFAE}"/>
          </ac:picMkLst>
        </pc:picChg>
      </pc:sldChg>
      <pc:sldChg chg="modSp mod">
        <pc:chgData name="Francisco Davi Belo Rodrigues" userId="a785edb6-bfc4-4c84-981b-3fb1315cfd16" providerId="ADAL" clId="{66E9CD46-3840-4D4B-929B-61C749660799}" dt="2025-09-19T12:57:56.014" v="290" actId="20577"/>
        <pc:sldMkLst>
          <pc:docMk/>
          <pc:sldMk cId="0" sldId="272"/>
        </pc:sldMkLst>
        <pc:spChg chg="mod">
          <ac:chgData name="Francisco Davi Belo Rodrigues" userId="a785edb6-bfc4-4c84-981b-3fb1315cfd16" providerId="ADAL" clId="{66E9CD46-3840-4D4B-929B-61C749660799}" dt="2025-09-19T12:50:24.025" v="119" actId="20577"/>
          <ac:spMkLst>
            <pc:docMk/>
            <pc:sldMk cId="0" sldId="272"/>
            <ac:spMk id="111" creationId="{00000000-0000-0000-0000-000000000000}"/>
          </ac:spMkLst>
        </pc:spChg>
        <pc:spChg chg="mod">
          <ac:chgData name="Francisco Davi Belo Rodrigues" userId="a785edb6-bfc4-4c84-981b-3fb1315cfd16" providerId="ADAL" clId="{66E9CD46-3840-4D4B-929B-61C749660799}" dt="2025-09-19T12:57:56.014" v="290" actId="20577"/>
          <ac:spMkLst>
            <pc:docMk/>
            <pc:sldMk cId="0" sldId="272"/>
            <ac:spMk id="112" creationId="{00000000-0000-0000-0000-000000000000}"/>
          </ac:spMkLst>
        </pc:spChg>
        <pc:picChg chg="mod">
          <ac:chgData name="Francisco Davi Belo Rodrigues" userId="a785edb6-bfc4-4c84-981b-3fb1315cfd16" providerId="ADAL" clId="{66E9CD46-3840-4D4B-929B-61C749660799}" dt="2025-09-19T12:57:38.419" v="283" actId="1076"/>
          <ac:picMkLst>
            <pc:docMk/>
            <pc:sldMk cId="0" sldId="272"/>
            <ac:picMk id="2" creationId="{DADB284A-9939-5C96-46FA-AC30DFF4363A}"/>
          </ac:picMkLst>
        </pc:picChg>
      </pc:sldChg>
      <pc:sldChg chg="modSp add del mod">
        <pc:chgData name="Francisco Davi Belo Rodrigues" userId="a785edb6-bfc4-4c84-981b-3fb1315cfd16" providerId="ADAL" clId="{66E9CD46-3840-4D4B-929B-61C749660799}" dt="2025-09-19T12:58:25.216" v="325" actId="47"/>
        <pc:sldMkLst>
          <pc:docMk/>
          <pc:sldMk cId="4173035906" sldId="273"/>
        </pc:sldMkLst>
        <pc:spChg chg="mod">
          <ac:chgData name="Francisco Davi Belo Rodrigues" userId="a785edb6-bfc4-4c84-981b-3fb1315cfd16" providerId="ADAL" clId="{66E9CD46-3840-4D4B-929B-61C749660799}" dt="2025-09-19T12:58:04.099" v="305" actId="20577"/>
          <ac:spMkLst>
            <pc:docMk/>
            <pc:sldMk cId="4173035906" sldId="273"/>
            <ac:spMk id="111" creationId="{C8088A42-3FA2-4D31-218A-B41D6A459301}"/>
          </ac:spMkLst>
        </pc:spChg>
        <pc:spChg chg="mod">
          <ac:chgData name="Francisco Davi Belo Rodrigues" userId="a785edb6-bfc4-4c84-981b-3fb1315cfd16" providerId="ADAL" clId="{66E9CD46-3840-4D4B-929B-61C749660799}" dt="2025-09-19T12:58:16.033" v="324" actId="20577"/>
          <ac:spMkLst>
            <pc:docMk/>
            <pc:sldMk cId="4173035906" sldId="273"/>
            <ac:spMk id="112" creationId="{561FA75A-93A8-6073-F9C3-0E6F31A8CD4E}"/>
          </ac:spMkLst>
        </pc:spChg>
      </pc:sld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48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48"/>
            <ac:spMk id="8" creationId="{1CD9AA84-DF23-75D6-BB95-9061D9EF3CE9}"/>
          </ac:spMkLst>
        </pc:spChg>
      </pc:sldMasterChg>
      <pc:sldMasterChg chg="addSp mod">
        <pc:chgData name="Francisco Davi Belo Rodrigues" userId="a785edb6-bfc4-4c84-981b-3fb1315cfd16" providerId="ADAL" clId="{66E9CD46-3840-4D4B-929B-61C749660799}" dt="2025-09-19T11:45:04.056" v="0" actId="33475"/>
        <pc:sldMasterMkLst>
          <pc:docMk/>
          <pc:sldMasterMk cId="0" sldId="2147483650"/>
        </pc:sldMasterMkLst>
        <pc:spChg chg="add">
          <ac:chgData name="Francisco Davi Belo Rodrigues" userId="a785edb6-bfc4-4c84-981b-3fb1315cfd16" providerId="ADAL" clId="{66E9CD46-3840-4D4B-929B-61C749660799}" dt="2025-09-19T11:45:04.056" v="0" actId="33475"/>
          <ac:spMkLst>
            <pc:docMk/>
            <pc:sldMasterMk cId="0" sldId="2147483650"/>
            <ac:spMk id="3" creationId="{ED478E3F-D6EF-DA1D-3423-06CF150EC0F4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59797E3-CC94-4A76-8610-88CF4A6B2E0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EC2EEEB-A4C2-41BD-B22D-1FA1F9DA8D5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5ED111-75EB-4FCE-9313-C26EAA848064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D9AA84-DF23-75D6-BB95-9061D9EF3CE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CE4AD7D-09FF-47CC-99B8-F88D3E15F053}" type="slidenum">
              <a:rPr lang="pt-BR" sz="1400" b="0" u="none" strike="noStrike">
                <a:solidFill>
                  <a:srgbClr val="000000"/>
                </a:solidFill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D478E3F-D6EF-DA1D-3423-06CF150EC0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5469890"/>
            <a:ext cx="461963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737373">
                    <a:alpha val="50000"/>
                  </a:srgbClr>
                </a:solidFill>
                <a:latin typeface="Trebuchet MS" panose="020B0603020202020204" pitchFamily="34" charset="0"/>
              </a:rPr>
              <a:t>PÚBLICA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400" b="0" u="none" strike="noStrike" dirty="0">
                <a:solidFill>
                  <a:srgbClr val="000000"/>
                </a:solidFill>
                <a:uFillTx/>
                <a:latin typeface="Arial"/>
              </a:rPr>
              <a:t>EQE776 – Trabalho Final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800" b="0" u="none" strike="noStrike" dirty="0">
                <a:solidFill>
                  <a:srgbClr val="000000"/>
                </a:solidFill>
                <a:uFillTx/>
                <a:latin typeface="Arial"/>
              </a:rPr>
              <a:t>Simulação Estática de uma Unidade de Tratamento de Águas Ácidas em Refinaria de Petróleo: Estudo da Torre Esgotadora de H2S</a:t>
            </a: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Aluno: Francisco Davi Belo Rodrigues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2600" b="0" u="none" strike="noStrike" dirty="0">
                <a:solidFill>
                  <a:srgbClr val="000000"/>
                </a:solidFill>
                <a:uFillTx/>
                <a:latin typeface="Arial"/>
              </a:rPr>
              <a:t>2025-11</a:t>
            </a:r>
            <a:endParaRPr lang="en-US" sz="2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" name="Imagem 15"/>
          <p:cNvPicPr/>
          <p:nvPr/>
        </p:nvPicPr>
        <p:blipFill>
          <a:blip r:embed="rId2"/>
          <a:stretch/>
        </p:blipFill>
        <p:spPr>
          <a:xfrm>
            <a:off x="4048963" y="4768920"/>
            <a:ext cx="2260440" cy="5392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7000"/>
    </mc:Choice>
    <mc:Fallback xmlns="">
      <p:transition spd="slow" advClick="0" advTm="17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Introdução – Processo e Modelagem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Retângulo 17"/>
          <p:cNvSpPr/>
          <p:nvPr/>
        </p:nvSpPr>
        <p:spPr>
          <a:xfrm>
            <a:off x="107640" y="615960"/>
            <a:ext cx="6765840" cy="188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Objetivo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Síntese e análise de um controle NMPC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Sistema: Reator de Van De Vusse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Variáveis medidas: r, T0, Tk, Tj, Cb, T 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Variável manipulada: Tk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Variável controladada: Cb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5152"/>
    </mc:Choice>
    <mc:Fallback xmlns="">
      <p:transition spd="slow" advClick="0" advTm="105152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Retângulo 25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Simulação: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Matlab / Simulink R2021a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Modelagem do sistema: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Utilização de s-function level 2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Controladores: 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NMPC – Utilização do bloco nlmpc (t</a:t>
            </a:r>
            <a:r>
              <a:rPr lang="pt-BR" sz="1800" b="0" u="none" strike="noStrike" baseline="-8000">
                <a:solidFill>
                  <a:srgbClr val="000000"/>
                </a:solidFill>
                <a:uFillTx/>
                <a:latin typeface="Arial"/>
                <a:ea typeface="Microsoft YaHei"/>
              </a:rPr>
              <a:t>s</a:t>
            </a: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 = 0.05h)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MPC – Utilização do bloco mpc (t</a:t>
            </a:r>
            <a:r>
              <a:rPr lang="pt-BR" sz="1800" b="0" u="none" strike="noStrike" baseline="-8000">
                <a:solidFill>
                  <a:srgbClr val="000000"/>
                </a:solidFill>
                <a:uFillTx/>
                <a:latin typeface="Arial"/>
                <a:ea typeface="Microsoft YaHei"/>
              </a:rPr>
              <a:t>s</a:t>
            </a: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 = 0.05h)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PID – Utilização de blocos simples do simulink 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algoritmo PID paralelo com sintonia pelo método IMC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Estimador de estados (Ca, d):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Filtro de Kalman Extendido (t</a:t>
            </a:r>
            <a:r>
              <a:rPr lang="pt-BR" sz="1800" b="0" u="none" strike="noStrike" baseline="-8000">
                <a:solidFill>
                  <a:srgbClr val="000000"/>
                </a:solidFill>
                <a:uFillTx/>
                <a:latin typeface="Arial"/>
                <a:ea typeface="Microsoft YaHei"/>
              </a:rPr>
              <a:t>s</a:t>
            </a: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 = 0.01h) – Utilização de Interpreted MATLAB Function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5522"/>
    </mc:Choice>
    <mc:Fallback xmlns="">
      <p:transition spd="slow" advTm="1055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Retângulo 28"/>
          <p:cNvSpPr/>
          <p:nvPr/>
        </p:nvSpPr>
        <p:spPr>
          <a:xfrm>
            <a:off x="147240" y="702000"/>
            <a:ext cx="2785320" cy="60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Diagrama Simulink: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14"/>
    </mc:Choice>
    <mc:Fallback xmlns="">
      <p:transition spd="slow" advTm="54714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158760" y="779040"/>
            <a:ext cx="4816440" cy="4732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Estados estacionários: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Estado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873"/>
    </mc:Choice>
    <mc:Fallback xmlns="">
      <p:transition spd="slow" advTm="2187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Metodologia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Retângulo 33"/>
          <p:cNvSpPr/>
          <p:nvPr/>
        </p:nvSpPr>
        <p:spPr>
          <a:xfrm>
            <a:off x="158760" y="779040"/>
            <a:ext cx="9651240" cy="39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Cenários de teste: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626"/>
    </mc:Choice>
    <mc:Fallback xmlns="">
      <p:transition spd="slow" advTm="30626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rgbClr val="000000"/>
                </a:solidFill>
                <a:uFillTx/>
                <a:latin typeface="Arial"/>
              </a:rPr>
              <a:t>Conclusões</a:t>
            </a: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Retângulo 109"/>
          <p:cNvSpPr/>
          <p:nvPr/>
        </p:nvSpPr>
        <p:spPr>
          <a:xfrm>
            <a:off x="564840" y="1002600"/>
            <a:ext cx="8433000" cy="188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Para controle em regiões onde não há inversão de ganho, 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o PID se mostrou robusto (SISO) 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o MPC apresentou robustez e tem potencial para problemas MIMO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NMPC não se mostrou robusto considerando o esforço de manipulação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rgbClr val="000000"/>
                </a:solidFill>
                <a:uFillTx/>
                <a:latin typeface="Arial"/>
                <a:ea typeface="Microsoft YaHei"/>
              </a:rPr>
              <a:t>Mostrou maior complexidade de implementação</a:t>
            </a: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8337"/>
    </mc:Choice>
    <mc:Fallback xmlns="">
      <p:transition spd="slow" advTm="108337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160200"/>
            <a:ext cx="907128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Sugest</a:t>
            </a:r>
            <a:r>
              <a:rPr lang="pt-BR" sz="3200" dirty="0">
                <a:solidFill>
                  <a:srgbClr val="000000"/>
                </a:solidFill>
                <a:latin typeface="Arial"/>
              </a:rPr>
              <a:t>ões para t</a:t>
            </a:r>
            <a:r>
              <a:rPr lang="pt-BR" sz="3200" b="0" u="none" strike="noStrike" dirty="0">
                <a:solidFill>
                  <a:srgbClr val="000000"/>
                </a:solidFill>
                <a:uFillTx/>
                <a:latin typeface="Arial"/>
              </a:rPr>
              <a:t>rabalhos futuros</a:t>
            </a:r>
            <a:endParaRPr lang="en-US" sz="3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Retângulo 111"/>
          <p:cNvSpPr/>
          <p:nvPr/>
        </p:nvSpPr>
        <p:spPr>
          <a:xfrm>
            <a:off x="706680" y="1377360"/>
            <a:ext cx="8433000" cy="35750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Impor maiores pesos e restrições em </a:t>
            </a:r>
            <a:r>
              <a:rPr lang="pt-BR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Tk</a:t>
            </a: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, em </a:t>
            </a:r>
            <a:r>
              <a:rPr lang="pt-BR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delta_Tk</a:t>
            </a: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 ou T tanto para o MPC como NMPC e avaliar se o NMPC ainda tende a elevar </a:t>
            </a:r>
            <a:r>
              <a:rPr lang="pt-BR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Tk</a:t>
            </a: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caso persista, investigar implementação de custos econômicos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Investigar controles MIMO usando r e/ou T0 além de </a:t>
            </a:r>
            <a:r>
              <a:rPr lang="pt-BR" sz="1800" b="0" u="none" strike="noStrike" dirty="0" err="1">
                <a:solidFill>
                  <a:srgbClr val="000000"/>
                </a:solidFill>
                <a:uFillTx/>
                <a:latin typeface="Arial"/>
                <a:ea typeface="Microsoft YaHei"/>
              </a:rPr>
              <a:t>Tk</a:t>
            </a:r>
            <a:r>
              <a:rPr lang="pt-BR" dirty="0">
                <a:solidFill>
                  <a:srgbClr val="000000"/>
                </a:solidFill>
                <a:latin typeface="Arial"/>
                <a:ea typeface="Microsoft YaHei"/>
              </a:rPr>
              <a:t> inclusive em regiões que possa haver inversão de ganho em alguma manipulada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Explorar análises de sensibilidade do EKF/ NMPC para ruídos nas medições e erros de modelagem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 dirty="0">
                <a:solidFill>
                  <a:srgbClr val="000000"/>
                </a:solidFill>
                <a:uFillTx/>
                <a:latin typeface="Arial"/>
                <a:ea typeface="Microsoft YaHei"/>
              </a:rPr>
              <a:t>Explorar alternativas como o MHE como estimadores de estado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041"/>
    </mc:Choice>
    <mc:Fallback xmlns="">
      <p:transition spd="slow" advTm="132041"/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40b9f7d-8e3a-482f-9702-4b7ffc40985a}" enabled="1" method="Privileged" siteId="{5b6f6241-9a57-4be4-8e50-1dfa72e79a5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1588</TotalTime>
  <Words>304</Words>
  <Application>Microsoft Office PowerPoint</Application>
  <PresentationFormat>Custom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Symbol</vt:lpstr>
      <vt:lpstr>Times New Roman</vt:lpstr>
      <vt:lpstr>Trebuchet MS</vt:lpstr>
      <vt:lpstr>Wingdings</vt:lpstr>
      <vt:lpstr>Office</vt:lpstr>
      <vt:lpstr>Office</vt:lpstr>
      <vt:lpstr>EQE776 – Trabalho Final</vt:lpstr>
      <vt:lpstr>Introdução – Processo e Modelagem</vt:lpstr>
      <vt:lpstr>Metodologia</vt:lpstr>
      <vt:lpstr>Metodologia</vt:lpstr>
      <vt:lpstr>Metodologia</vt:lpstr>
      <vt:lpstr>Metodologia</vt:lpstr>
      <vt:lpstr>Conclusões</vt:lpstr>
      <vt:lpstr>Sugestões para trabalhos futuros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Office</cp:lastModifiedBy>
  <cp:revision>46</cp:revision>
  <cp:lastPrinted>2024-09-23T20:36:17Z</cp:lastPrinted>
  <dcterms:created xsi:type="dcterms:W3CDTF">2024-09-18T10:11:45Z</dcterms:created>
  <dcterms:modified xsi:type="dcterms:W3CDTF">2025-11-28T15:52:12Z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Office:8\Office:3</vt:lpwstr>
  </property>
  <property fmtid="{D5CDD505-2E9C-101B-9397-08002B2CF9AE}" pid="3" name="ClassificationContentMarkingFooterText">
    <vt:lpwstr>PÚBLICA</vt:lpwstr>
  </property>
</Properties>
</file>